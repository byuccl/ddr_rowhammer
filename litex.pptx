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>
      <p:cViewPr varScale="1">
        <p:scale>
          <a:sx n="101" d="100"/>
          <a:sy n="101" d="100"/>
        </p:scale>
        <p:origin x="1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FFC1-CC9B-FF02-46CD-BF25C5FF3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0AE225-37BE-CACC-84FC-8309FA70B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1C5FA-C122-3818-B004-20795C6F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3A59B-B531-3767-BB32-DC384C77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D0A66-2D94-B0D0-DFD4-A06432C18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41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A1AA-4A1E-DCA3-7241-DEE7B92A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F128-2D70-B2DB-0B0D-D410460DD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62AE-AE92-70F1-4043-CC7DF7DF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0E777-78DE-0616-0731-EEC5D17F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E0EC8-67ED-1658-0F75-6116B864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8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060D-31C8-6D1C-AF65-406112AC9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39C8-621E-41AA-5B21-D72D8BCF5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651A7-3193-5441-1278-4D387317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48511-3BCD-763C-F214-0FF9009F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13B3C-CAE5-888D-7912-6DD1342C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8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41C7-B58E-340C-5606-1DCDDA6D6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F08D0-A212-35A3-CDD2-9B34E11E2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D1533-3DDF-B3C5-B963-4BAF2E7C8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7133B9-9575-E941-1C66-B21953D1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25017-F4D4-99C8-0372-73E48A493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59170-221F-B748-5383-9C8E8D93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15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6E1C-837F-97A6-5D23-3FD7984B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66055-5B4E-BC1C-6CE7-805C718CA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AAD6D-7188-A04A-D002-F9AEFC616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3E8B4-43C5-EAB4-9B62-5F749D985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736BB-2D0A-B1C9-D7D5-939EC47E5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42253-06DC-DA03-A173-4FA5C0E7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D092D-0A61-05A6-2EC2-23E4CE98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797AD9-8AA1-1367-A7D7-C5BC346A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5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EAFB-634D-E0A5-33CA-6B6AEAF7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50BDD-9A28-7D64-4615-4F9FAA83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62816-6D1B-4C8A-5BAC-67C7727E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1705D6-6EA5-33A3-C24B-73105E1B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9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2DA38-A2AF-4946-1FBB-7C0A7FD2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FF980-D970-CC80-9985-982A0CB9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F5150-AB89-15DE-F407-6C82E55D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3BD5-17D0-2B87-F2CC-ED2A9C3E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65895-170E-4049-E3C9-3948D37F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0FFC6-8D26-147E-A41E-46C3FE150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BB7B8-E193-48B9-8299-31473D0C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43596-6DAC-536A-BE5C-AED55A0A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92FC9-2E9A-C917-A54B-29BBC871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5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1865-EEF5-CFE6-303D-F355A09B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28A05-781E-5FB7-5AF7-48C1D2A66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75A40-60B9-A4D4-FEC8-69BE82FDE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C9558-1D0A-5A5E-2622-F16A63AF8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5D60C-6D69-119B-D945-798AA51C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C7572-46E6-D20A-FE7D-E602A66C6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1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698B-87E2-9710-A8CA-99135A68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D663C-10C5-BDE6-5E1B-75AF59555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C47BB-CC26-3BE0-E0A3-63BB355E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5BF4C-C268-2509-C797-66C96457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1DF69-AE15-406A-0060-7573706D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8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25B4F-7EBF-1B2F-AE4F-4016D701D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22A02-B8D3-F5B2-925C-F52858973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868D-45B5-2056-65C5-17C7D549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66AA6-912A-B053-20A9-4946FAC5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95DAE-7FBE-D8E6-B088-910750F2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9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1C724-DE75-85D1-163F-B4A673A1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F07F-59C9-19C6-3583-3E0549615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613A0-4D7D-4C97-1638-A6E25FF45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98279-093E-4297-B939-3CBB8E33D371}" type="datetimeFigureOut">
              <a:rPr lang="en-US" smtClean="0"/>
              <a:t>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45AF-5271-F4F7-6A64-64AE38D30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789B1-A276-7560-B3AA-F236D12E6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8E09B-6140-4F3A-A406-867714F47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8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27C789-DC74-C8AF-BDA0-54CD626D7A4D}"/>
              </a:ext>
            </a:extLst>
          </p:cNvPr>
          <p:cNvSpPr/>
          <p:nvPr/>
        </p:nvSpPr>
        <p:spPr>
          <a:xfrm>
            <a:off x="4343400" y="2209806"/>
            <a:ext cx="1600200" cy="3657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LiteDRAMCore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51198-FD9F-C210-925E-EF31FB9154F6}"/>
              </a:ext>
            </a:extLst>
          </p:cNvPr>
          <p:cNvSpPr/>
          <p:nvPr/>
        </p:nvSpPr>
        <p:spPr>
          <a:xfrm>
            <a:off x="6548359" y="4038605"/>
            <a:ext cx="765460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Phy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BA8A5DE9-D831-41B3-5B41-9F1A4D1CDE72}"/>
              </a:ext>
            </a:extLst>
          </p:cNvPr>
          <p:cNvSpPr/>
          <p:nvPr/>
        </p:nvSpPr>
        <p:spPr>
          <a:xfrm>
            <a:off x="5943601" y="4828406"/>
            <a:ext cx="590018" cy="27699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83A51-63B5-925B-A760-D0670190F503}"/>
              </a:ext>
            </a:extLst>
          </p:cNvPr>
          <p:cNvSpPr/>
          <p:nvPr/>
        </p:nvSpPr>
        <p:spPr>
          <a:xfrm>
            <a:off x="7924800" y="4038605"/>
            <a:ext cx="780201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49D28-A5BE-0E99-4D8D-36C79466CE82}"/>
              </a:ext>
            </a:extLst>
          </p:cNvPr>
          <p:cNvSpPr txBox="1"/>
          <p:nvPr/>
        </p:nvSpPr>
        <p:spPr>
          <a:xfrm>
            <a:off x="6096000" y="5133206"/>
            <a:ext cx="3621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DFI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A2BD65C2-F3B7-4153-AD45-E1DC8ACD8FD8}"/>
              </a:ext>
            </a:extLst>
          </p:cNvPr>
          <p:cNvSpPr/>
          <p:nvPr/>
        </p:nvSpPr>
        <p:spPr>
          <a:xfrm>
            <a:off x="7313819" y="4828406"/>
            <a:ext cx="610981" cy="27699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52CAF-ABA4-13F2-3A52-9CED4D1E3FDD}"/>
              </a:ext>
            </a:extLst>
          </p:cNvPr>
          <p:cNvSpPr txBox="1"/>
          <p:nvPr/>
        </p:nvSpPr>
        <p:spPr>
          <a:xfrm>
            <a:off x="7401365" y="5133206"/>
            <a:ext cx="4722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7B44A90-E1CB-7532-D2E9-F8AEB992D1C8}"/>
              </a:ext>
            </a:extLst>
          </p:cNvPr>
          <p:cNvSpPr/>
          <p:nvPr/>
        </p:nvSpPr>
        <p:spPr>
          <a:xfrm rot="16200000">
            <a:off x="-297161" y="3665244"/>
            <a:ext cx="4495801" cy="51811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Wishbone Bus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35F5E-AB62-A661-A804-209A50D3DDEB}"/>
              </a:ext>
            </a:extLst>
          </p:cNvPr>
          <p:cNvSpPr/>
          <p:nvPr/>
        </p:nvSpPr>
        <p:spPr>
          <a:xfrm>
            <a:off x="457200" y="2057404"/>
            <a:ext cx="1066800" cy="3048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UART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858D80-57E7-BE27-F107-D1691793B257}"/>
              </a:ext>
            </a:extLst>
          </p:cNvPr>
          <p:cNvSpPr/>
          <p:nvPr/>
        </p:nvSpPr>
        <p:spPr>
          <a:xfrm>
            <a:off x="457200" y="2514603"/>
            <a:ext cx="1066800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JTAG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F98C7-35BE-E4B6-0252-475A6D24DF5A}"/>
              </a:ext>
            </a:extLst>
          </p:cNvPr>
          <p:cNvSpPr/>
          <p:nvPr/>
        </p:nvSpPr>
        <p:spPr>
          <a:xfrm>
            <a:off x="457200" y="2976554"/>
            <a:ext cx="1062037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Ethernet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B05250-B807-4235-24FC-BCFA0CDDE58E}"/>
              </a:ext>
            </a:extLst>
          </p:cNvPr>
          <p:cNvSpPr/>
          <p:nvPr/>
        </p:nvSpPr>
        <p:spPr>
          <a:xfrm>
            <a:off x="457200" y="3429005"/>
            <a:ext cx="1066800" cy="3048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SD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D5957-ACAA-99F7-25C5-C9D8C9652F80}"/>
              </a:ext>
            </a:extLst>
          </p:cNvPr>
          <p:cNvSpPr/>
          <p:nvPr/>
        </p:nvSpPr>
        <p:spPr>
          <a:xfrm>
            <a:off x="438998" y="3886205"/>
            <a:ext cx="1085001" cy="3048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SATA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5EE52D-5C6C-4E97-EE75-6DDAFCC944A0}"/>
              </a:ext>
            </a:extLst>
          </p:cNvPr>
          <p:cNvSpPr/>
          <p:nvPr/>
        </p:nvSpPr>
        <p:spPr>
          <a:xfrm>
            <a:off x="438998" y="4343405"/>
            <a:ext cx="1085002" cy="3048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PCIe</a:t>
            </a: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6AF624D4-5B93-1790-2476-6F998C277807}"/>
              </a:ext>
            </a:extLst>
          </p:cNvPr>
          <p:cNvSpPr/>
          <p:nvPr/>
        </p:nvSpPr>
        <p:spPr>
          <a:xfrm>
            <a:off x="2088361" y="2299906"/>
            <a:ext cx="470878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EA05B368-ADA6-5F7B-9B51-5B2EBB869B1A}"/>
              </a:ext>
            </a:extLst>
          </p:cNvPr>
          <p:cNvSpPr/>
          <p:nvPr/>
        </p:nvSpPr>
        <p:spPr>
          <a:xfrm rot="16200000">
            <a:off x="2006891" y="2107910"/>
            <a:ext cx="1381138" cy="51811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CSR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5B4755-1FB0-4AFB-39F1-BC6C2663F94D}"/>
              </a:ext>
            </a:extLst>
          </p:cNvPr>
          <p:cNvSpPr txBox="1"/>
          <p:nvPr/>
        </p:nvSpPr>
        <p:spPr>
          <a:xfrm>
            <a:off x="2135663" y="2482339"/>
            <a:ext cx="3997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bridge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194A13-D0B7-7131-75BE-7E6D9E846314}"/>
              </a:ext>
            </a:extLst>
          </p:cNvPr>
          <p:cNvSpPr/>
          <p:nvPr/>
        </p:nvSpPr>
        <p:spPr>
          <a:xfrm>
            <a:off x="3200400" y="2200271"/>
            <a:ext cx="729058" cy="8572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CSRs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92156C2B-44FE-00C5-560D-B3A39B78780C}"/>
              </a:ext>
            </a:extLst>
          </p:cNvPr>
          <p:cNvSpPr/>
          <p:nvPr/>
        </p:nvSpPr>
        <p:spPr>
          <a:xfrm>
            <a:off x="1524000" y="2117473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82532770-F316-DED9-CABA-BB076B589821}"/>
              </a:ext>
            </a:extLst>
          </p:cNvPr>
          <p:cNvSpPr/>
          <p:nvPr/>
        </p:nvSpPr>
        <p:spPr>
          <a:xfrm>
            <a:off x="2834079" y="2297673"/>
            <a:ext cx="35104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F4B5CE85-2BBD-C6B8-B8CA-B42A98660F1E}"/>
              </a:ext>
            </a:extLst>
          </p:cNvPr>
          <p:cNvSpPr/>
          <p:nvPr/>
        </p:nvSpPr>
        <p:spPr>
          <a:xfrm>
            <a:off x="1528804" y="2571360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3CF5CDA0-6F00-0C58-9711-C928E5A71E0A}"/>
              </a:ext>
            </a:extLst>
          </p:cNvPr>
          <p:cNvSpPr/>
          <p:nvPr/>
        </p:nvSpPr>
        <p:spPr>
          <a:xfrm>
            <a:off x="1524000" y="3036622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6A1B0EFB-BC98-83B8-38D3-E945B47D5B37}"/>
              </a:ext>
            </a:extLst>
          </p:cNvPr>
          <p:cNvSpPr/>
          <p:nvPr/>
        </p:nvSpPr>
        <p:spPr>
          <a:xfrm>
            <a:off x="1528804" y="3489074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BB8FFD74-6EE5-3057-748F-27BE4554095B}"/>
              </a:ext>
            </a:extLst>
          </p:cNvPr>
          <p:cNvSpPr/>
          <p:nvPr/>
        </p:nvSpPr>
        <p:spPr>
          <a:xfrm>
            <a:off x="1524000" y="3941526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0DF3748-364A-4E2E-C5FC-A9EDC46BB6B1}"/>
              </a:ext>
            </a:extLst>
          </p:cNvPr>
          <p:cNvSpPr/>
          <p:nvPr/>
        </p:nvSpPr>
        <p:spPr>
          <a:xfrm>
            <a:off x="1528804" y="4393978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E2D171-0F78-B038-F205-C9721578CF6B}"/>
              </a:ext>
            </a:extLst>
          </p:cNvPr>
          <p:cNvSpPr/>
          <p:nvPr/>
        </p:nvSpPr>
        <p:spPr>
          <a:xfrm>
            <a:off x="2819381" y="4876805"/>
            <a:ext cx="729058" cy="838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FBC51-04E6-8280-8DD2-7E3D18AB2CE1}"/>
              </a:ext>
            </a:extLst>
          </p:cNvPr>
          <p:cNvSpPr/>
          <p:nvPr/>
        </p:nvSpPr>
        <p:spPr>
          <a:xfrm>
            <a:off x="4267200" y="33628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4AF48-8044-6D0D-11F5-3F4E26DE20B3}"/>
              </a:ext>
            </a:extLst>
          </p:cNvPr>
          <p:cNvSpPr/>
          <p:nvPr/>
        </p:nvSpPr>
        <p:spPr>
          <a:xfrm>
            <a:off x="3505200" y="3362886"/>
            <a:ext cx="7620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BIST 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CF3B66-5826-EA30-2862-0A33C91BF877}"/>
              </a:ext>
            </a:extLst>
          </p:cNvPr>
          <p:cNvSpPr/>
          <p:nvPr/>
        </p:nvSpPr>
        <p:spPr>
          <a:xfrm>
            <a:off x="4757342" y="3221288"/>
            <a:ext cx="729058" cy="14269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X-Bar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86FB4A-F70C-B1B6-D565-61E31BF7353D}"/>
              </a:ext>
            </a:extLst>
          </p:cNvPr>
          <p:cNvSpPr/>
          <p:nvPr/>
        </p:nvSpPr>
        <p:spPr>
          <a:xfrm>
            <a:off x="4267200" y="38200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EF81BA-249B-EAA8-7A2E-3BBFF147246B}"/>
              </a:ext>
            </a:extLst>
          </p:cNvPr>
          <p:cNvSpPr/>
          <p:nvPr/>
        </p:nvSpPr>
        <p:spPr>
          <a:xfrm>
            <a:off x="3505200" y="3820086"/>
            <a:ext cx="7620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BIST 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D24147-DE2F-21DB-DF68-F0EFE161BAAB}"/>
              </a:ext>
            </a:extLst>
          </p:cNvPr>
          <p:cNvSpPr/>
          <p:nvPr/>
        </p:nvSpPr>
        <p:spPr>
          <a:xfrm>
            <a:off x="4267200" y="42772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07C360-2112-9089-4C34-182B57349F1F}"/>
              </a:ext>
            </a:extLst>
          </p:cNvPr>
          <p:cNvSpPr/>
          <p:nvPr/>
        </p:nvSpPr>
        <p:spPr>
          <a:xfrm>
            <a:off x="2394266" y="4283925"/>
            <a:ext cx="958534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L2 Cache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7F686C-0D88-7F91-EA5C-39A282CF584D}"/>
              </a:ext>
            </a:extLst>
          </p:cNvPr>
          <p:cNvSpPr/>
          <p:nvPr/>
        </p:nvSpPr>
        <p:spPr>
          <a:xfrm>
            <a:off x="4757342" y="4800605"/>
            <a:ext cx="729058" cy="461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Bank</a:t>
            </a:r>
          </a:p>
          <a:p>
            <a:r>
              <a:rPr lang="en-US" sz="1100" dirty="0">
                <a:solidFill>
                  <a:schemeClr val="tx1"/>
                </a:solidFill>
              </a:rPr>
              <a:t>Machines</a:t>
            </a:r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1D4EBA98-3942-3D7D-D5EE-1F575A0A5CF7}"/>
              </a:ext>
            </a:extLst>
          </p:cNvPr>
          <p:cNvSpPr/>
          <p:nvPr/>
        </p:nvSpPr>
        <p:spPr>
          <a:xfrm>
            <a:off x="2088361" y="4343405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9A2492FF-42D6-5A11-95CB-0D59EAEF09B3}"/>
              </a:ext>
            </a:extLst>
          </p:cNvPr>
          <p:cNvSpPr/>
          <p:nvPr/>
        </p:nvSpPr>
        <p:spPr>
          <a:xfrm>
            <a:off x="3356217" y="4338951"/>
            <a:ext cx="910983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191030-787D-699E-3CF7-805CC4153F11}"/>
              </a:ext>
            </a:extLst>
          </p:cNvPr>
          <p:cNvSpPr txBox="1"/>
          <p:nvPr/>
        </p:nvSpPr>
        <p:spPr>
          <a:xfrm>
            <a:off x="3610147" y="4479672"/>
            <a:ext cx="3997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bridge</a:t>
            </a:r>
          </a:p>
        </p:txBody>
      </p:sp>
      <p:sp>
        <p:nvSpPr>
          <p:cNvPr id="43" name="Arrow: Left-Right 42">
            <a:extLst>
              <a:ext uri="{FF2B5EF4-FFF2-40B4-BE49-F238E27FC236}">
                <a16:creationId xmlns:a16="http://schemas.microsoft.com/office/drawing/2014/main" id="{B5E73B48-C0F8-9935-7FB2-E80A03F42FE0}"/>
              </a:ext>
            </a:extLst>
          </p:cNvPr>
          <p:cNvSpPr/>
          <p:nvPr/>
        </p:nvSpPr>
        <p:spPr>
          <a:xfrm>
            <a:off x="2088361" y="5394072"/>
            <a:ext cx="731020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5FC4F1-3EB6-8D29-73CB-A80E191CC665}"/>
              </a:ext>
            </a:extLst>
          </p:cNvPr>
          <p:cNvSpPr txBox="1"/>
          <p:nvPr/>
        </p:nvSpPr>
        <p:spPr>
          <a:xfrm>
            <a:off x="2317325" y="5530339"/>
            <a:ext cx="3064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dBus</a:t>
            </a:r>
          </a:p>
        </p:txBody>
      </p:sp>
      <p:sp>
        <p:nvSpPr>
          <p:cNvPr id="45" name="Arrow: Left-Right 44">
            <a:extLst>
              <a:ext uri="{FF2B5EF4-FFF2-40B4-BE49-F238E27FC236}">
                <a16:creationId xmlns:a16="http://schemas.microsoft.com/office/drawing/2014/main" id="{AAEA035F-003E-4A4A-A585-8F350CD22670}"/>
              </a:ext>
            </a:extLst>
          </p:cNvPr>
          <p:cNvSpPr/>
          <p:nvPr/>
        </p:nvSpPr>
        <p:spPr>
          <a:xfrm>
            <a:off x="2085799" y="5013072"/>
            <a:ext cx="731020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84B213-9E60-6A04-96D7-4F1ABC3516D9}"/>
              </a:ext>
            </a:extLst>
          </p:cNvPr>
          <p:cNvSpPr txBox="1"/>
          <p:nvPr/>
        </p:nvSpPr>
        <p:spPr>
          <a:xfrm>
            <a:off x="2314763" y="5149339"/>
            <a:ext cx="2734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iBus</a:t>
            </a:r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6ABE569D-8795-C82E-053B-4D1A02C62102}"/>
              </a:ext>
            </a:extLst>
          </p:cNvPr>
          <p:cNvSpPr/>
          <p:nvPr/>
        </p:nvSpPr>
        <p:spPr>
          <a:xfrm>
            <a:off x="4343401" y="4362058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3D14E4D5-D5F3-EAF5-9ACD-625711CA98EF}"/>
              </a:ext>
            </a:extLst>
          </p:cNvPr>
          <p:cNvSpPr/>
          <p:nvPr/>
        </p:nvSpPr>
        <p:spPr>
          <a:xfrm>
            <a:off x="4354746" y="3895407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Left-Right 51">
            <a:extLst>
              <a:ext uri="{FF2B5EF4-FFF2-40B4-BE49-F238E27FC236}">
                <a16:creationId xmlns:a16="http://schemas.microsoft.com/office/drawing/2014/main" id="{AEFB6D91-D0E5-957F-B168-6EAF6DB27D49}"/>
              </a:ext>
            </a:extLst>
          </p:cNvPr>
          <p:cNvSpPr/>
          <p:nvPr/>
        </p:nvSpPr>
        <p:spPr>
          <a:xfrm>
            <a:off x="4343399" y="3442953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4A0A80-651F-FC9B-9B82-B0842E3CC3E8}"/>
              </a:ext>
            </a:extLst>
          </p:cNvPr>
          <p:cNvCxnSpPr>
            <a:cxnSpLocks/>
          </p:cNvCxnSpPr>
          <p:nvPr/>
        </p:nvCxnSpPr>
        <p:spPr>
          <a:xfrm flipH="1">
            <a:off x="3355958" y="3056570"/>
            <a:ext cx="3158" cy="452709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4E1F43-EFEA-4223-FCB5-7DFC0D9A6ED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352800" y="3509279"/>
            <a:ext cx="152400" cy="967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F6F6D14-0A9C-25B9-64EC-A06E7CC98BE7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76600" y="3967446"/>
            <a:ext cx="228600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C9DBF0-28D4-3659-CBBF-DAF28AF4E6AB}"/>
              </a:ext>
            </a:extLst>
          </p:cNvPr>
          <p:cNvCxnSpPr>
            <a:cxnSpLocks/>
          </p:cNvCxnSpPr>
          <p:nvPr/>
        </p:nvCxnSpPr>
        <p:spPr>
          <a:xfrm flipH="1">
            <a:off x="3276338" y="3056570"/>
            <a:ext cx="3158" cy="911845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DAE82AB-EF8E-4F6A-8317-254B99C0B91A}"/>
              </a:ext>
            </a:extLst>
          </p:cNvPr>
          <p:cNvCxnSpPr>
            <a:cxnSpLocks/>
          </p:cNvCxnSpPr>
          <p:nvPr/>
        </p:nvCxnSpPr>
        <p:spPr>
          <a:xfrm>
            <a:off x="3656810" y="2057404"/>
            <a:ext cx="1526369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70BC80-C648-D51A-3C5B-9A312CFFAEE7}"/>
              </a:ext>
            </a:extLst>
          </p:cNvPr>
          <p:cNvCxnSpPr>
            <a:cxnSpLocks/>
          </p:cNvCxnSpPr>
          <p:nvPr/>
        </p:nvCxnSpPr>
        <p:spPr>
          <a:xfrm>
            <a:off x="5183179" y="2057404"/>
            <a:ext cx="0" cy="1524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2864364-7C16-EB88-B0BD-9E3A9F949887}"/>
              </a:ext>
            </a:extLst>
          </p:cNvPr>
          <p:cNvCxnSpPr>
            <a:cxnSpLocks/>
          </p:cNvCxnSpPr>
          <p:nvPr/>
        </p:nvCxnSpPr>
        <p:spPr>
          <a:xfrm>
            <a:off x="3658389" y="2057404"/>
            <a:ext cx="0" cy="1524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5099850-2040-4DF3-D836-F9E629ADC1DC}"/>
              </a:ext>
            </a:extLst>
          </p:cNvPr>
          <p:cNvCxnSpPr>
            <a:cxnSpLocks/>
          </p:cNvCxnSpPr>
          <p:nvPr/>
        </p:nvCxnSpPr>
        <p:spPr>
          <a:xfrm>
            <a:off x="3505989" y="1905005"/>
            <a:ext cx="0" cy="30480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20D873-B335-9013-E5FE-080F40CEDC8C}"/>
              </a:ext>
            </a:extLst>
          </p:cNvPr>
          <p:cNvCxnSpPr>
            <a:cxnSpLocks/>
          </p:cNvCxnSpPr>
          <p:nvPr/>
        </p:nvCxnSpPr>
        <p:spPr>
          <a:xfrm>
            <a:off x="3504015" y="1905005"/>
            <a:ext cx="3430185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9E03BE4-1387-54E3-F60D-40CE306DB016}"/>
              </a:ext>
            </a:extLst>
          </p:cNvPr>
          <p:cNvCxnSpPr>
            <a:cxnSpLocks/>
          </p:cNvCxnSpPr>
          <p:nvPr/>
        </p:nvCxnSpPr>
        <p:spPr>
          <a:xfrm>
            <a:off x="6934200" y="1905005"/>
            <a:ext cx="0" cy="21336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2A70BCE5-D230-2C58-A0C6-A546312A07BC}"/>
              </a:ext>
            </a:extLst>
          </p:cNvPr>
          <p:cNvSpPr txBox="1"/>
          <p:nvPr/>
        </p:nvSpPr>
        <p:spPr>
          <a:xfrm>
            <a:off x="4598324" y="2893435"/>
            <a:ext cx="798431" cy="184666"/>
          </a:xfrm>
          <a:prstGeom prst="rect">
            <a:avLst/>
          </a:prstGeom>
          <a:noFill/>
        </p:spPr>
        <p:txBody>
          <a:bodyPr wrap="square" lIns="27432" tIns="0" rIns="0" bIns="0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Native Ports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198DC5-E46A-9EB1-E86C-68706E4B89CC}"/>
              </a:ext>
            </a:extLst>
          </p:cNvPr>
          <p:cNvCxnSpPr>
            <a:cxnSpLocks/>
            <a:stCxn id="95" idx="1"/>
          </p:cNvCxnSpPr>
          <p:nvPr/>
        </p:nvCxnSpPr>
        <p:spPr>
          <a:xfrm flipH="1">
            <a:off x="4482355" y="2985768"/>
            <a:ext cx="115969" cy="457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99">
            <a:extLst>
              <a:ext uri="{FF2B5EF4-FFF2-40B4-BE49-F238E27FC236}">
                <a16:creationId xmlns:a16="http://schemas.microsoft.com/office/drawing/2014/main" id="{78CC0322-A385-BAA0-A290-7370C41C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LiteX BaseSoC Architecture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56A34D4-3E29-B657-B30F-C1C8348CA0DE}"/>
              </a:ext>
            </a:extLst>
          </p:cNvPr>
          <p:cNvSpPr txBox="1"/>
          <p:nvPr/>
        </p:nvSpPr>
        <p:spPr>
          <a:xfrm>
            <a:off x="2438400" y="5955268"/>
            <a:ext cx="1712963" cy="369332"/>
          </a:xfrm>
          <a:prstGeom prst="rect">
            <a:avLst/>
          </a:prstGeom>
          <a:noFill/>
        </p:spPr>
        <p:txBody>
          <a:bodyPr wrap="square" lIns="27432" tIns="0" rIns="0" bIns="0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Brought to top level if no CPU included in the design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3C271F0-10C2-D4AC-4D9B-AC9AAA5B6AC0}"/>
              </a:ext>
            </a:extLst>
          </p:cNvPr>
          <p:cNvCxnSpPr>
            <a:cxnSpLocks/>
            <a:stCxn id="104" idx="1"/>
          </p:cNvCxnSpPr>
          <p:nvPr/>
        </p:nvCxnSpPr>
        <p:spPr>
          <a:xfrm flipH="1" flipV="1">
            <a:off x="2131983" y="6070372"/>
            <a:ext cx="306417" cy="69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519BD51-CB0E-D533-6C27-8332A211246F}"/>
              </a:ext>
            </a:extLst>
          </p:cNvPr>
          <p:cNvSpPr/>
          <p:nvPr/>
        </p:nvSpPr>
        <p:spPr>
          <a:xfrm>
            <a:off x="4747097" y="5410205"/>
            <a:ext cx="729058" cy="2285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Refresh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A819D51-7A1C-9F6C-6AFD-BFFBC4B6E0FD}"/>
              </a:ext>
            </a:extLst>
          </p:cNvPr>
          <p:cNvCxnSpPr>
            <a:cxnSpLocks/>
            <a:stCxn id="34" idx="2"/>
            <a:endCxn id="39" idx="0"/>
          </p:cNvCxnSpPr>
          <p:nvPr/>
        </p:nvCxnSpPr>
        <p:spPr>
          <a:xfrm>
            <a:off x="5121871" y="4648211"/>
            <a:ext cx="0" cy="152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D41359B-F073-EBFF-C3C2-607D6FE2C53B}"/>
              </a:ext>
            </a:extLst>
          </p:cNvPr>
          <p:cNvSpPr/>
          <p:nvPr/>
        </p:nvSpPr>
        <p:spPr>
          <a:xfrm>
            <a:off x="4757342" y="2551463"/>
            <a:ext cx="729058" cy="2494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Initialize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874E7B4-8E93-AE3A-368B-F029DE1998C1}"/>
              </a:ext>
            </a:extLst>
          </p:cNvPr>
          <p:cNvCxnSpPr>
            <a:cxnSpLocks/>
          </p:cNvCxnSpPr>
          <p:nvPr/>
        </p:nvCxnSpPr>
        <p:spPr>
          <a:xfrm>
            <a:off x="5715000" y="4966905"/>
            <a:ext cx="0" cy="5634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8024FAC-7363-1F46-C963-702E8DA01706}"/>
              </a:ext>
            </a:extLst>
          </p:cNvPr>
          <p:cNvCxnSpPr>
            <a:cxnSpLocks/>
          </p:cNvCxnSpPr>
          <p:nvPr/>
        </p:nvCxnSpPr>
        <p:spPr>
          <a:xfrm flipV="1">
            <a:off x="5486400" y="4972048"/>
            <a:ext cx="152400" cy="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EA80BBA-2039-DE1B-B9CE-49F33DFB3A7B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5476155" y="5524503"/>
            <a:ext cx="2484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2DDA9E1-FC9B-67DD-F6BC-83A6942A9A23}"/>
              </a:ext>
            </a:extLst>
          </p:cNvPr>
          <p:cNvCxnSpPr>
            <a:cxnSpLocks/>
          </p:cNvCxnSpPr>
          <p:nvPr/>
        </p:nvCxnSpPr>
        <p:spPr>
          <a:xfrm flipH="1">
            <a:off x="5715000" y="2663693"/>
            <a:ext cx="7370" cy="2303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ABC3115-2697-073B-0C59-72D53353A9CF}"/>
              </a:ext>
            </a:extLst>
          </p:cNvPr>
          <p:cNvCxnSpPr>
            <a:cxnSpLocks/>
          </p:cNvCxnSpPr>
          <p:nvPr/>
        </p:nvCxnSpPr>
        <p:spPr>
          <a:xfrm flipH="1">
            <a:off x="5486400" y="2676207"/>
            <a:ext cx="228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3AE93FB-13AE-C69A-908A-4A837DC2E5AA}"/>
              </a:ext>
            </a:extLst>
          </p:cNvPr>
          <p:cNvSpPr/>
          <p:nvPr/>
        </p:nvSpPr>
        <p:spPr>
          <a:xfrm>
            <a:off x="5638801" y="4895854"/>
            <a:ext cx="304800" cy="1523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0" rIns="0" bIns="0"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62348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27C789-DC74-C8AF-BDA0-54CD626D7A4D}"/>
              </a:ext>
            </a:extLst>
          </p:cNvPr>
          <p:cNvSpPr/>
          <p:nvPr/>
        </p:nvSpPr>
        <p:spPr>
          <a:xfrm>
            <a:off x="4343400" y="2209806"/>
            <a:ext cx="1600200" cy="3657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LiteDRAMCore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51198-FD9F-C210-925E-EF31FB9154F6}"/>
              </a:ext>
            </a:extLst>
          </p:cNvPr>
          <p:cNvSpPr/>
          <p:nvPr/>
        </p:nvSpPr>
        <p:spPr>
          <a:xfrm>
            <a:off x="6548359" y="4038605"/>
            <a:ext cx="765460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Phy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BA8A5DE9-D831-41B3-5B41-9F1A4D1CDE72}"/>
              </a:ext>
            </a:extLst>
          </p:cNvPr>
          <p:cNvSpPr/>
          <p:nvPr/>
        </p:nvSpPr>
        <p:spPr>
          <a:xfrm>
            <a:off x="5943601" y="4828406"/>
            <a:ext cx="590018" cy="27699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83A51-63B5-925B-A760-D0670190F503}"/>
              </a:ext>
            </a:extLst>
          </p:cNvPr>
          <p:cNvSpPr/>
          <p:nvPr/>
        </p:nvSpPr>
        <p:spPr>
          <a:xfrm>
            <a:off x="7924800" y="4038605"/>
            <a:ext cx="780201" cy="1828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49D28-A5BE-0E99-4D8D-36C79466CE82}"/>
              </a:ext>
            </a:extLst>
          </p:cNvPr>
          <p:cNvSpPr txBox="1"/>
          <p:nvPr/>
        </p:nvSpPr>
        <p:spPr>
          <a:xfrm>
            <a:off x="6096000" y="5133206"/>
            <a:ext cx="36216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DFI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A2BD65C2-F3B7-4153-AD45-E1DC8ACD8FD8}"/>
              </a:ext>
            </a:extLst>
          </p:cNvPr>
          <p:cNvSpPr/>
          <p:nvPr/>
        </p:nvSpPr>
        <p:spPr>
          <a:xfrm>
            <a:off x="7313819" y="4828406"/>
            <a:ext cx="610981" cy="27699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52CAF-ABA4-13F2-3A52-9CED4D1E3FDD}"/>
              </a:ext>
            </a:extLst>
          </p:cNvPr>
          <p:cNvSpPr txBox="1"/>
          <p:nvPr/>
        </p:nvSpPr>
        <p:spPr>
          <a:xfrm>
            <a:off x="7401365" y="5133206"/>
            <a:ext cx="4722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DDR</a:t>
            </a: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B7B44A90-E1CB-7532-D2E9-F8AEB992D1C8}"/>
              </a:ext>
            </a:extLst>
          </p:cNvPr>
          <p:cNvSpPr/>
          <p:nvPr/>
        </p:nvSpPr>
        <p:spPr>
          <a:xfrm rot="16200000">
            <a:off x="-297161" y="3665244"/>
            <a:ext cx="4495801" cy="51811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Wishbone Bus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35F5E-AB62-A661-A804-209A50D3DDEB}"/>
              </a:ext>
            </a:extLst>
          </p:cNvPr>
          <p:cNvSpPr/>
          <p:nvPr/>
        </p:nvSpPr>
        <p:spPr>
          <a:xfrm>
            <a:off x="457200" y="2057404"/>
            <a:ext cx="1066800" cy="30480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UART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858D80-57E7-BE27-F107-D1691793B257}"/>
              </a:ext>
            </a:extLst>
          </p:cNvPr>
          <p:cNvSpPr/>
          <p:nvPr/>
        </p:nvSpPr>
        <p:spPr>
          <a:xfrm>
            <a:off x="457200" y="2514603"/>
            <a:ext cx="1066800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JTAG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5F98C7-35BE-E4B6-0252-475A6D24DF5A}"/>
              </a:ext>
            </a:extLst>
          </p:cNvPr>
          <p:cNvSpPr/>
          <p:nvPr/>
        </p:nvSpPr>
        <p:spPr>
          <a:xfrm>
            <a:off x="457200" y="2976554"/>
            <a:ext cx="1062037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Ethernet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B05250-B807-4235-24FC-BCFA0CDDE58E}"/>
              </a:ext>
            </a:extLst>
          </p:cNvPr>
          <p:cNvSpPr/>
          <p:nvPr/>
        </p:nvSpPr>
        <p:spPr>
          <a:xfrm>
            <a:off x="457200" y="3429005"/>
            <a:ext cx="1066800" cy="30480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SD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AD5957-ACAA-99F7-25C5-C9D8C9652F80}"/>
              </a:ext>
            </a:extLst>
          </p:cNvPr>
          <p:cNvSpPr/>
          <p:nvPr/>
        </p:nvSpPr>
        <p:spPr>
          <a:xfrm>
            <a:off x="438998" y="3886205"/>
            <a:ext cx="1085001" cy="3048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SATA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5EE52D-5C6C-4E97-EE75-6DDAFCC944A0}"/>
              </a:ext>
            </a:extLst>
          </p:cNvPr>
          <p:cNvSpPr/>
          <p:nvPr/>
        </p:nvSpPr>
        <p:spPr>
          <a:xfrm>
            <a:off x="438998" y="4343405"/>
            <a:ext cx="1085002" cy="3048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dirty="0">
                <a:solidFill>
                  <a:schemeClr val="tx1"/>
                </a:solidFill>
              </a:rPr>
              <a:t>PCIe</a:t>
            </a: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6AF624D4-5B93-1790-2476-6F998C277807}"/>
              </a:ext>
            </a:extLst>
          </p:cNvPr>
          <p:cNvSpPr/>
          <p:nvPr/>
        </p:nvSpPr>
        <p:spPr>
          <a:xfrm>
            <a:off x="2088361" y="2299906"/>
            <a:ext cx="470878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EA05B368-ADA6-5F7B-9B51-5B2EBB869B1A}"/>
              </a:ext>
            </a:extLst>
          </p:cNvPr>
          <p:cNvSpPr/>
          <p:nvPr/>
        </p:nvSpPr>
        <p:spPr>
          <a:xfrm rot="16200000">
            <a:off x="2006891" y="2107910"/>
            <a:ext cx="1381138" cy="518119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CSR Bus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5B4755-1FB0-4AFB-39F1-BC6C2663F94D}"/>
              </a:ext>
            </a:extLst>
          </p:cNvPr>
          <p:cNvSpPr txBox="1"/>
          <p:nvPr/>
        </p:nvSpPr>
        <p:spPr>
          <a:xfrm>
            <a:off x="2135663" y="2482339"/>
            <a:ext cx="3997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bridge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194A13-D0B7-7131-75BE-7E6D9E846314}"/>
              </a:ext>
            </a:extLst>
          </p:cNvPr>
          <p:cNvSpPr/>
          <p:nvPr/>
        </p:nvSpPr>
        <p:spPr>
          <a:xfrm>
            <a:off x="3200400" y="2200271"/>
            <a:ext cx="729058" cy="85726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CSRs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92156C2B-44FE-00C5-560D-B3A39B78780C}"/>
              </a:ext>
            </a:extLst>
          </p:cNvPr>
          <p:cNvSpPr/>
          <p:nvPr/>
        </p:nvSpPr>
        <p:spPr>
          <a:xfrm>
            <a:off x="1524000" y="2117473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82532770-F316-DED9-CABA-BB076B589821}"/>
              </a:ext>
            </a:extLst>
          </p:cNvPr>
          <p:cNvSpPr/>
          <p:nvPr/>
        </p:nvSpPr>
        <p:spPr>
          <a:xfrm>
            <a:off x="2834079" y="2297673"/>
            <a:ext cx="35104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F4B5CE85-2BBD-C6B8-B8CA-B42A98660F1E}"/>
              </a:ext>
            </a:extLst>
          </p:cNvPr>
          <p:cNvSpPr/>
          <p:nvPr/>
        </p:nvSpPr>
        <p:spPr>
          <a:xfrm>
            <a:off x="1528804" y="2571360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3CF5CDA0-6F00-0C58-9711-C928E5A71E0A}"/>
              </a:ext>
            </a:extLst>
          </p:cNvPr>
          <p:cNvSpPr/>
          <p:nvPr/>
        </p:nvSpPr>
        <p:spPr>
          <a:xfrm>
            <a:off x="1524000" y="3036622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6A1B0EFB-BC98-83B8-38D3-E945B47D5B37}"/>
              </a:ext>
            </a:extLst>
          </p:cNvPr>
          <p:cNvSpPr/>
          <p:nvPr/>
        </p:nvSpPr>
        <p:spPr>
          <a:xfrm>
            <a:off x="1528804" y="3489074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BB8FFD74-6EE5-3057-748F-27BE4554095B}"/>
              </a:ext>
            </a:extLst>
          </p:cNvPr>
          <p:cNvSpPr/>
          <p:nvPr/>
        </p:nvSpPr>
        <p:spPr>
          <a:xfrm>
            <a:off x="1524000" y="3941526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-Right 29">
            <a:extLst>
              <a:ext uri="{FF2B5EF4-FFF2-40B4-BE49-F238E27FC236}">
                <a16:creationId xmlns:a16="http://schemas.microsoft.com/office/drawing/2014/main" id="{10DF3748-364A-4E2E-C5FC-A9EDC46BB6B1}"/>
              </a:ext>
            </a:extLst>
          </p:cNvPr>
          <p:cNvSpPr/>
          <p:nvPr/>
        </p:nvSpPr>
        <p:spPr>
          <a:xfrm>
            <a:off x="1528804" y="4393978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FBC51-04E6-8280-8DD2-7E3D18AB2CE1}"/>
              </a:ext>
            </a:extLst>
          </p:cNvPr>
          <p:cNvSpPr/>
          <p:nvPr/>
        </p:nvSpPr>
        <p:spPr>
          <a:xfrm>
            <a:off x="4267200" y="33628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D4AF48-8044-6D0D-11F5-3F4E26DE20B3}"/>
              </a:ext>
            </a:extLst>
          </p:cNvPr>
          <p:cNvSpPr/>
          <p:nvPr/>
        </p:nvSpPr>
        <p:spPr>
          <a:xfrm>
            <a:off x="3505200" y="3362886"/>
            <a:ext cx="7620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BIST W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6CF3B66-5826-EA30-2862-0A33C91BF877}"/>
              </a:ext>
            </a:extLst>
          </p:cNvPr>
          <p:cNvSpPr/>
          <p:nvPr/>
        </p:nvSpPr>
        <p:spPr>
          <a:xfrm>
            <a:off x="4757342" y="3221288"/>
            <a:ext cx="729058" cy="14269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X-Bar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086FB4A-F70C-B1B6-D565-61E31BF7353D}"/>
              </a:ext>
            </a:extLst>
          </p:cNvPr>
          <p:cNvSpPr/>
          <p:nvPr/>
        </p:nvSpPr>
        <p:spPr>
          <a:xfrm>
            <a:off x="4267200" y="38200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EF81BA-249B-EAA8-7A2E-3BBFF147246B}"/>
              </a:ext>
            </a:extLst>
          </p:cNvPr>
          <p:cNvSpPr/>
          <p:nvPr/>
        </p:nvSpPr>
        <p:spPr>
          <a:xfrm>
            <a:off x="3505200" y="3820086"/>
            <a:ext cx="7620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BIST 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D24147-DE2F-21DB-DF68-F0EFE161BAAB}"/>
              </a:ext>
            </a:extLst>
          </p:cNvPr>
          <p:cNvSpPr/>
          <p:nvPr/>
        </p:nvSpPr>
        <p:spPr>
          <a:xfrm>
            <a:off x="4267200" y="4277286"/>
            <a:ext cx="76200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07C360-2112-9089-4C34-182B57349F1F}"/>
              </a:ext>
            </a:extLst>
          </p:cNvPr>
          <p:cNvSpPr/>
          <p:nvPr/>
        </p:nvSpPr>
        <p:spPr>
          <a:xfrm>
            <a:off x="2394266" y="4283925"/>
            <a:ext cx="958534" cy="29471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0" rIns="0" bIns="0"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L2 Cache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7F686C-0D88-7F91-EA5C-39A282CF584D}"/>
              </a:ext>
            </a:extLst>
          </p:cNvPr>
          <p:cNvSpPr/>
          <p:nvPr/>
        </p:nvSpPr>
        <p:spPr>
          <a:xfrm>
            <a:off x="4757342" y="4800605"/>
            <a:ext cx="729058" cy="4618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Bank</a:t>
            </a:r>
          </a:p>
          <a:p>
            <a:r>
              <a:rPr lang="en-US" sz="1100" dirty="0">
                <a:solidFill>
                  <a:schemeClr val="tx1"/>
                </a:solidFill>
              </a:rPr>
              <a:t>Machines</a:t>
            </a:r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1D4EBA98-3942-3D7D-D5EE-1F575A0A5CF7}"/>
              </a:ext>
            </a:extLst>
          </p:cNvPr>
          <p:cNvSpPr/>
          <p:nvPr/>
        </p:nvSpPr>
        <p:spPr>
          <a:xfrm>
            <a:off x="2088361" y="4343405"/>
            <a:ext cx="289521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9A2492FF-42D6-5A11-95CB-0D59EAEF09B3}"/>
              </a:ext>
            </a:extLst>
          </p:cNvPr>
          <p:cNvSpPr/>
          <p:nvPr/>
        </p:nvSpPr>
        <p:spPr>
          <a:xfrm>
            <a:off x="3356217" y="4338951"/>
            <a:ext cx="910983" cy="184666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191030-787D-699E-3CF7-805CC4153F11}"/>
              </a:ext>
            </a:extLst>
          </p:cNvPr>
          <p:cNvSpPr txBox="1"/>
          <p:nvPr/>
        </p:nvSpPr>
        <p:spPr>
          <a:xfrm>
            <a:off x="3610147" y="4479672"/>
            <a:ext cx="3997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/>
              <a:t>bridge</a:t>
            </a:r>
          </a:p>
        </p:txBody>
      </p:sp>
      <p:sp>
        <p:nvSpPr>
          <p:cNvPr id="47" name="Arrow: Left-Right 46">
            <a:extLst>
              <a:ext uri="{FF2B5EF4-FFF2-40B4-BE49-F238E27FC236}">
                <a16:creationId xmlns:a16="http://schemas.microsoft.com/office/drawing/2014/main" id="{6ABE569D-8795-C82E-053B-4D1A02C62102}"/>
              </a:ext>
            </a:extLst>
          </p:cNvPr>
          <p:cNvSpPr/>
          <p:nvPr/>
        </p:nvSpPr>
        <p:spPr>
          <a:xfrm>
            <a:off x="4343401" y="4362058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3D14E4D5-D5F3-EAF5-9ACD-625711CA98EF}"/>
              </a:ext>
            </a:extLst>
          </p:cNvPr>
          <p:cNvSpPr/>
          <p:nvPr/>
        </p:nvSpPr>
        <p:spPr>
          <a:xfrm>
            <a:off x="4354746" y="3895407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Left-Right 51">
            <a:extLst>
              <a:ext uri="{FF2B5EF4-FFF2-40B4-BE49-F238E27FC236}">
                <a16:creationId xmlns:a16="http://schemas.microsoft.com/office/drawing/2014/main" id="{AEFB6D91-D0E5-957F-B168-6EAF6DB27D49}"/>
              </a:ext>
            </a:extLst>
          </p:cNvPr>
          <p:cNvSpPr/>
          <p:nvPr/>
        </p:nvSpPr>
        <p:spPr>
          <a:xfrm>
            <a:off x="4343399" y="3442953"/>
            <a:ext cx="409746" cy="138452"/>
          </a:xfrm>
          <a:prstGeom prst="leftRight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4A0A80-651F-FC9B-9B82-B0842E3CC3E8}"/>
              </a:ext>
            </a:extLst>
          </p:cNvPr>
          <p:cNvCxnSpPr>
            <a:cxnSpLocks/>
          </p:cNvCxnSpPr>
          <p:nvPr/>
        </p:nvCxnSpPr>
        <p:spPr>
          <a:xfrm flipH="1">
            <a:off x="3355958" y="3056570"/>
            <a:ext cx="3158" cy="452709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14E1F43-EFEA-4223-FCB5-7DFC0D9A6ED5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352800" y="3509279"/>
            <a:ext cx="152400" cy="967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F6F6D14-0A9C-25B9-64EC-A06E7CC98BE7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76600" y="3967446"/>
            <a:ext cx="228600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C9DBF0-28D4-3659-CBBF-DAF28AF4E6AB}"/>
              </a:ext>
            </a:extLst>
          </p:cNvPr>
          <p:cNvCxnSpPr>
            <a:cxnSpLocks/>
          </p:cNvCxnSpPr>
          <p:nvPr/>
        </p:nvCxnSpPr>
        <p:spPr>
          <a:xfrm flipH="1">
            <a:off x="3276338" y="3056570"/>
            <a:ext cx="3158" cy="911845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DAE82AB-EF8E-4F6A-8317-254B99C0B91A}"/>
              </a:ext>
            </a:extLst>
          </p:cNvPr>
          <p:cNvCxnSpPr>
            <a:cxnSpLocks/>
          </p:cNvCxnSpPr>
          <p:nvPr/>
        </p:nvCxnSpPr>
        <p:spPr>
          <a:xfrm>
            <a:off x="3656810" y="2057404"/>
            <a:ext cx="1526369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70BC80-C648-D51A-3C5B-9A312CFFAEE7}"/>
              </a:ext>
            </a:extLst>
          </p:cNvPr>
          <p:cNvCxnSpPr>
            <a:cxnSpLocks/>
          </p:cNvCxnSpPr>
          <p:nvPr/>
        </p:nvCxnSpPr>
        <p:spPr>
          <a:xfrm>
            <a:off x="5183179" y="2057404"/>
            <a:ext cx="0" cy="1524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2864364-7C16-EB88-B0BD-9E3A9F949887}"/>
              </a:ext>
            </a:extLst>
          </p:cNvPr>
          <p:cNvCxnSpPr>
            <a:cxnSpLocks/>
          </p:cNvCxnSpPr>
          <p:nvPr/>
        </p:nvCxnSpPr>
        <p:spPr>
          <a:xfrm>
            <a:off x="3658389" y="2057404"/>
            <a:ext cx="0" cy="1524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5099850-2040-4DF3-D836-F9E629ADC1DC}"/>
              </a:ext>
            </a:extLst>
          </p:cNvPr>
          <p:cNvCxnSpPr>
            <a:cxnSpLocks/>
          </p:cNvCxnSpPr>
          <p:nvPr/>
        </p:nvCxnSpPr>
        <p:spPr>
          <a:xfrm>
            <a:off x="3505989" y="1905005"/>
            <a:ext cx="0" cy="30480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020D873-B335-9013-E5FE-080F40CEDC8C}"/>
              </a:ext>
            </a:extLst>
          </p:cNvPr>
          <p:cNvCxnSpPr>
            <a:cxnSpLocks/>
          </p:cNvCxnSpPr>
          <p:nvPr/>
        </p:nvCxnSpPr>
        <p:spPr>
          <a:xfrm>
            <a:off x="3504015" y="1905005"/>
            <a:ext cx="3430185" cy="0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9E03BE4-1387-54E3-F60D-40CE306DB016}"/>
              </a:ext>
            </a:extLst>
          </p:cNvPr>
          <p:cNvCxnSpPr>
            <a:cxnSpLocks/>
          </p:cNvCxnSpPr>
          <p:nvPr/>
        </p:nvCxnSpPr>
        <p:spPr>
          <a:xfrm>
            <a:off x="6934200" y="1905005"/>
            <a:ext cx="0" cy="2133601"/>
          </a:xfrm>
          <a:prstGeom prst="line">
            <a:avLst/>
          </a:prstGeom>
          <a:ln w="127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99">
            <a:extLst>
              <a:ext uri="{FF2B5EF4-FFF2-40B4-BE49-F238E27FC236}">
                <a16:creationId xmlns:a16="http://schemas.microsoft.com/office/drawing/2014/main" id="{78CC0322-A385-BAA0-A290-7370C41C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LiteX BaseSoC Architecture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519BD51-CB0E-D533-6C27-8332A211246F}"/>
              </a:ext>
            </a:extLst>
          </p:cNvPr>
          <p:cNvSpPr/>
          <p:nvPr/>
        </p:nvSpPr>
        <p:spPr>
          <a:xfrm>
            <a:off x="4747097" y="5410205"/>
            <a:ext cx="729058" cy="2285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Refresh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A819D51-7A1C-9F6C-6AFD-BFFBC4B6E0FD}"/>
              </a:ext>
            </a:extLst>
          </p:cNvPr>
          <p:cNvCxnSpPr>
            <a:cxnSpLocks/>
            <a:stCxn id="34" idx="2"/>
            <a:endCxn id="39" idx="0"/>
          </p:cNvCxnSpPr>
          <p:nvPr/>
        </p:nvCxnSpPr>
        <p:spPr>
          <a:xfrm>
            <a:off x="5121871" y="4648211"/>
            <a:ext cx="0" cy="15239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D41359B-F073-EBFF-C3C2-607D6FE2C53B}"/>
              </a:ext>
            </a:extLst>
          </p:cNvPr>
          <p:cNvSpPr/>
          <p:nvPr/>
        </p:nvSpPr>
        <p:spPr>
          <a:xfrm>
            <a:off x="4757342" y="2551463"/>
            <a:ext cx="729058" cy="2494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Initialize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874E7B4-8E93-AE3A-368B-F029DE1998C1}"/>
              </a:ext>
            </a:extLst>
          </p:cNvPr>
          <p:cNvCxnSpPr>
            <a:cxnSpLocks/>
          </p:cNvCxnSpPr>
          <p:nvPr/>
        </p:nvCxnSpPr>
        <p:spPr>
          <a:xfrm>
            <a:off x="5715000" y="4966905"/>
            <a:ext cx="0" cy="5634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8024FAC-7363-1F46-C963-702E8DA01706}"/>
              </a:ext>
            </a:extLst>
          </p:cNvPr>
          <p:cNvCxnSpPr>
            <a:cxnSpLocks/>
          </p:cNvCxnSpPr>
          <p:nvPr/>
        </p:nvCxnSpPr>
        <p:spPr>
          <a:xfrm flipV="1">
            <a:off x="5486400" y="4972048"/>
            <a:ext cx="152400" cy="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EA80BBA-2039-DE1B-B9CE-49F33DFB3A7B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5476155" y="5524503"/>
            <a:ext cx="24846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2DDA9E1-FC9B-67DD-F6BC-83A6942A9A23}"/>
              </a:ext>
            </a:extLst>
          </p:cNvPr>
          <p:cNvCxnSpPr>
            <a:cxnSpLocks/>
          </p:cNvCxnSpPr>
          <p:nvPr/>
        </p:nvCxnSpPr>
        <p:spPr>
          <a:xfrm flipH="1">
            <a:off x="5715000" y="2663693"/>
            <a:ext cx="7370" cy="23032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ABC3115-2697-073B-0C59-72D53353A9CF}"/>
              </a:ext>
            </a:extLst>
          </p:cNvPr>
          <p:cNvCxnSpPr>
            <a:cxnSpLocks/>
          </p:cNvCxnSpPr>
          <p:nvPr/>
        </p:nvCxnSpPr>
        <p:spPr>
          <a:xfrm flipH="1">
            <a:off x="5486400" y="2676207"/>
            <a:ext cx="228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3AE93FB-13AE-C69A-908A-4A837DC2E5AA}"/>
              </a:ext>
            </a:extLst>
          </p:cNvPr>
          <p:cNvSpPr/>
          <p:nvPr/>
        </p:nvSpPr>
        <p:spPr>
          <a:xfrm>
            <a:off x="5638801" y="4895854"/>
            <a:ext cx="304800" cy="1523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" tIns="0" rIns="0" bIns="0" rtlCol="0" anchor="ctr" anchorCtr="0"/>
          <a:lstStyle/>
          <a:p>
            <a:r>
              <a:rPr lang="en-US" sz="1100" dirty="0">
                <a:solidFill>
                  <a:schemeClr val="tx1"/>
                </a:solidFill>
              </a:rPr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136678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84</Words>
  <Application>Microsoft Macintosh PowerPoint</Application>
  <PresentationFormat>On-screen Show (4:3)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LiteX BaseSoC Architecture</vt:lpstr>
      <vt:lpstr>LiteX BaseSoC Architecture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LiteX Architecture</dc:title>
  <dc:creator>Scott Lloyd</dc:creator>
  <cp:lastModifiedBy>Microsoft Office User</cp:lastModifiedBy>
  <cp:revision>5</cp:revision>
  <dcterms:created xsi:type="dcterms:W3CDTF">2022-07-13T03:56:30Z</dcterms:created>
  <dcterms:modified xsi:type="dcterms:W3CDTF">2023-01-07T00:56:13Z</dcterms:modified>
</cp:coreProperties>
</file>